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5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jamoasi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1371600" cy="13716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PERINATAL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Perinatal Monitoring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53035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Homilador ayollar uchun AI ‘erta ogohlantirish’ va shifokorlar uchun Raqamli egizak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4736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  #NavoiyAI   2026</a:t>
            </a:r>
            <a:r>
              <a:rPr lang="en-US" sz="900" dirty="0" err="1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900" dirty="0" err="1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kimsiz? — 1-2 ta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Perinatal Monitoring — homilador ayol va chaqaloqlarni real vaqtda ‘Qizil/Sariq/Yashil’ zonalar bo‘yicha kuzatib, xavf yomonlashganda shifokorga avtomatik ogohlantiruvchi AI platforma.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92608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2011680"/>
          </a:xfrm>
          <a:prstGeom prst="line">
            <a:avLst/>
          </a:prstGeom>
          <a:solidFill>
            <a:srgbClr val="E5534B">
              <a:alpha val="8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kimiz?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5303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34440"/>
            <a:ext cx="54864" cy="32004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490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qilamiz?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493776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749040" y="2057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xavf-dvigatel: rang-zona + tushuntirilgan xavf sababi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Raqamli egizak: dori xavfsizligini bemor tarixiga qarab tekshirish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Bemor portali: dori eslatmalari, qabulga yozilish, AI tavsiyalar</a:t>
            </a:r>
            <a:endParaRPr lang="en-US" sz="1300" dirty="0"/>
          </a:p>
          <a:p>
            <a:r>
              <a:rPr sz="1300">
                <a:solidFill>
                  <a:srgbClr val="D1D5DB"/>
                </a:solidFill>
                <a:latin typeface="Calibri"/>
              </a:rPr>
              <a:t>• DMED ustiga qatlam · web + mobil (APK) · UZ/RU/EN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hal qilayotgan muammo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yili minglab homilador ayolda xavf kech aniqlanadi — mutaxassis o‘z vaqtida xabar topmaydi.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solidFill>
            <a:srgbClr val="E5534B">
              <a:alpha val="85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bizga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ehtiyoj bor?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91640" y="3182112"/>
            <a:ext cx="7315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3840480" y="1207008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3977640" y="1371600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1353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Kech aniqlash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17556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 darajasida real-vaqt monitoring yo‘q. Preeklampsiya va anemiya kech aniqlanib, ona va chaqaloq hayotiga xavf soladi.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2834640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9" name="Shape 17"/>
          <p:cNvSpPr/>
          <p:nvPr/>
        </p:nvSpPr>
        <p:spPr>
          <a:xfrm>
            <a:off x="3840480" y="2834640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977640" y="2999232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4840" y="2980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Ko‘r-ko‘rona dori belgilash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 bemor tarixi va allergiyasini hisobga olmay dori beradi; xavfli reaksiyalar faqat keyin ma’lum bo‘ladi.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O‘zbekiston perinatal xizmatlari va raqamli sog‘liqni saqlash bozori.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A10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29844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98448"/>
            <a:ext cx="502920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03320" y="13898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O‘zbekistonda yiliga ~900 ming tug‘ilish; global femtech/raqamli sog‘liq ~$50B+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792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mavjud bozor — Butun dunyo bo'ylab potentsial foydalanuvchilar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30428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3703320" y="239572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OvaBMU va tuman shifoxonalari; DMED — 32M bemor, 3848 muassasa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798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Geografik segment — Sizning geografik qamrovingiz ostidagi TAM qismi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1012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703320" y="34015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Navoiy + pilot viloyatlar — 3 yilda ~150 muassasa, ~80 ming homilador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Qamrab oladigan segment — Haqiqatda erishishingiz mumkin bo'lgan SAM qismi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Maqsadli auditoriya: OvaBMU mutaxassislari, oilaviy shifokorlar, hamshiralar va homilador bemorlar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+ Raqobatchilar tahlili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 ajratib turadigan narsa — real-vaqt bashorat va raqamli egizak.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solidFill>
            <a:srgbClr val="E5534B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yechimingiz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DMED (davlat tizimi)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An’anaviy (qog‘oz/qo‘lda)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Real-vaqt rang-zona xavf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egizak (dori xavfsizligi)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Avto-ogohlantirish (SLA)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6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DMED ustiga arzon qatlam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Shape 46"/>
          <p:cNvSpPr/>
          <p:nvPr/>
        </p:nvSpPr>
        <p:spPr>
          <a:xfrm>
            <a:off x="457200" y="3886200"/>
            <a:ext cx="84124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DMED’ni qayta qurmaymiz — uning ustiga bashorat + egizak qatlamini qo‘shamiz.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Davlatga qiymat: erta aniqlash → kam xarajat va kam o‘lim.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0F1A0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20700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977640" y="1298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16824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(Sog‘liqni saqlash vazirligi, OvaBMU, tuman shifoxonalari) — B2G / B2B SaaS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225856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3840480" y="225856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3977640" y="23500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 to'laydi?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7340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muassasaga yillik obuna (per-muassasa / per-shifokor). Egizak moduli — farma hamkorligi.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0" y="331012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840480" y="331012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3401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7856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Erta aniqlash ona-bola o‘limi va davolash xarajatlarini kamaytiradi; DMED ustiga tez joriy etiladi.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Unit economics: 1 muassasa obunasi bilan o‘nlab bemor qamrab olinadi; asosiy xarajat — bulut + LLM.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Maqsadlar va KPI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Aniq, bosqichma-bosqich 3 yillik reja.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77240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8366760" y="25146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274320" cy="27432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713232" y="1874520"/>
            <a:ext cx="36576" cy="640080"/>
          </a:xfrm>
          <a:prstGeom prst="rect">
            <a:avLst/>
          </a:prstGeom>
          <a:solidFill>
            <a:srgbClr val="E5534B">
              <a:alpha val="60000"/>
            </a:srgbClr>
          </a:solidFill>
          <a:ln w="12700">
            <a:solidFill>
              <a:srgbClr val="E553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45720" y="1013394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45720" y="1005840"/>
            <a:ext cx="164592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-9144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Hozir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 · web + mobil (APK) · 3 til · GitHub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514600"/>
            <a:ext cx="274320" cy="27432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2724912" y="2788920"/>
            <a:ext cx="36576" cy="64008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192024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1920240" y="3429000"/>
            <a:ext cx="1645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92024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Navoiy pilot · 5–10 muassasa · DMED integratsiya so‘rovi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514600"/>
            <a:ext cx="274320" cy="27432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4736592" y="1874520"/>
            <a:ext cx="36576" cy="6400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3931920" y="100584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Shape 22"/>
          <p:cNvSpPr/>
          <p:nvPr/>
        </p:nvSpPr>
        <p:spPr>
          <a:xfrm>
            <a:off x="3931920" y="1005840"/>
            <a:ext cx="1645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393192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viloyat · ~20 ming homilador · real integratsiya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514600"/>
            <a:ext cx="274320" cy="274320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6748272" y="2788920"/>
            <a:ext cx="36576" cy="64008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Shape 27"/>
          <p:cNvSpPr/>
          <p:nvPr/>
        </p:nvSpPr>
        <p:spPr>
          <a:xfrm>
            <a:off x="594360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1645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594360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yil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Respublika miqyosi · farma egizak moduli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+ biznes + AI — to‘liq jamoa.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011680" cy="457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1005840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Bexruzjon Ramazonov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Loyiha rahbari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rahbari · mahsulot · 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2633472" y="1207008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3182112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3182112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24912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Bosh dasturchi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07792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272491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4809744" y="1207008"/>
            <a:ext cx="20116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5358384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5358384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01184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01184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UI-UX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84064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901184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86016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5" name="Shape 33"/>
          <p:cNvSpPr/>
          <p:nvPr/>
        </p:nvSpPr>
        <p:spPr>
          <a:xfrm>
            <a:off x="6986016" y="1207008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Shape 34"/>
          <p:cNvSpPr/>
          <p:nvPr/>
        </p:nvSpPr>
        <p:spPr>
          <a:xfrm>
            <a:off x="7534656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7534656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77456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77456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analitik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60336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7077456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77456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491</Words>
  <Application>Microsoft Macintosh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Day Taqdimot Shabloni — AI Hackathon</dc:title>
  <dc:subject>PptxGenJS Presentation</dc:subject>
  <dc:creator>PptxGenJS</dc:creator>
  <cp:lastModifiedBy>Elyorjon Abdurazakov</cp:lastModifiedBy>
  <cp:revision>3</cp:revision>
  <dcterms:created xsi:type="dcterms:W3CDTF">2026-03-30T19:38:21Z</dcterms:created>
  <dcterms:modified xsi:type="dcterms:W3CDTF">2026-04-10T13:43:58Z</dcterms:modified>
</cp:coreProperties>
</file>